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12"/>
    <p:sldId id="257" r:id="rId13"/>
    <p:sldId id="258" r:id="rId14"/>
  </p:sldIdLst>
  <p:sldSz cx="9144000" cy="5143500" type="screen16x9"/>
  <p:notesSz cx="6858000" cy="9144000"/>
  <p:embeddedFontLst>
    <p:embeddedFont>
      <p:font typeface="PT Sans" panose="020B0503020203020204" pitchFamily="34" charset="-52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gEAT52s/ekzjXPbZwD1+EDJoH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2E5F02-FF48-4402-B1A9-D084D85FFBCF}">
  <a:tblStyle styleId="{EB2E5F02-FF48-4402-B1A9-D084D85FFBC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  <a:fill>
          <a:solidFill>
            <a:srgbClr val="E8ECF4"/>
          </a:solidFill>
        </a:fill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Spoofing, Tampering, Repudiation, ...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body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722312" y="3305176"/>
            <a:ext cx="7772401" cy="1021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722312" y="2180033"/>
            <a:ext cx="7772401" cy="112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457200" y="1151333"/>
            <a:ext cx="404018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2"/>
          </p:nvPr>
        </p:nvSpPr>
        <p:spPr>
          <a:xfrm>
            <a:off x="4645026" y="1151333"/>
            <a:ext cx="4041778" cy="47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457201" y="204785"/>
            <a:ext cx="3008316" cy="87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2"/>
          </p:nvPr>
        </p:nvSpPr>
        <p:spPr>
          <a:xfrm>
            <a:off x="457198" y="1076326"/>
            <a:ext cx="3008318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3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3" cy="3086101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3" cy="60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28181" y="4780034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3200"/>
            </a:pPr>
            <a:r>
              <a:t>Уязвимости и угрозы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2000"/>
            </a:pPr>
            <a:r>
              <a:t>Тема 2 · smoke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Классификация угроз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700"/>
            </a:pPr>
            <a:r>
              <a:t>Угроза — потенциальное нарушение безопасности.</a:t>
            </a:r>
          </a:p>
          <a:p>
            <a:pPr>
              <a:defRPr sz="1700"/>
            </a:pPr>
            <a:r>
              <a:t>STRIDE группирует угрозы по типу воздействия.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defRPr sz="2400"/>
            </a:pPr>
            <a:r>
              <a:t>Модель STRIDE</a:t>
            </a:r>
          </a:p>
        </p:txBody>
      </p:sp>
      <p:pic>
        <p:nvPicPr>
          <p:cNvPr id="3" name="Picture Placeholder 2" descr="slide_5518586.pn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36895" b="36895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>
              <a:defRPr sz="1100"/>
            </a:pPr>
            <a:r>
              <a:t>Рис. 1 - Классификация угроз по модели STRIDE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</Words>
  <Application>Microsoft Office PowerPoint</Application>
  <PresentationFormat>Экран (16:9)</PresentationFormat>
  <Paragraphs>33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Calibri</vt:lpstr>
      <vt:lpstr>PT Sans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Egor Devlicharov</cp:lastModifiedBy>
  <cp:revision>2</cp:revision>
  <dcterms:modified xsi:type="dcterms:W3CDTF">2026-05-19T08:01:29Z</dcterms:modified>
</cp:coreProperties>
</file>