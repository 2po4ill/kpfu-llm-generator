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12"/>
    <p:sldId id="257" r:id="rId13"/>
    <p:sldId id="258" r:id="rId14"/>
  </p:sldIdLst>
  <p:sldSz cx="9144000" cy="5143500" type="screen16x9"/>
  <p:notesSz cx="6858000" cy="9144000"/>
  <p:embeddedFontLst>
    <p:embeddedFont>
      <p:font typeface="PT Sans" panose="020B0503020203020204" pitchFamily="34" charset="-52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gEAT52s/ekzjXPbZwD1+EDJoH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2E5F02-FF48-4402-B1A9-D084D85FFBCF}">
  <a:tblStyle styleId="{EB2E5F02-FF48-4402-B1A9-D084D85FFBC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FD7E7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E8ECF4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25" Type="http://customschemas.google.com/relationships/presentationmetadata" Target="meta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body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722312" y="3305176"/>
            <a:ext cx="7772401" cy="102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722312" y="2180033"/>
            <a:ext cx="7772401" cy="112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>
  <p:cSld name="Сравнение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457200" y="1151333"/>
            <a:ext cx="4040188" cy="47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2"/>
          </p:nvPr>
        </p:nvSpPr>
        <p:spPr>
          <a:xfrm>
            <a:off x="4645026" y="1151333"/>
            <a:ext cx="4041778" cy="47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>
  <p:cSld name="Объект с подписью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title"/>
          </p:nvPr>
        </p:nvSpPr>
        <p:spPr>
          <a:xfrm>
            <a:off x="457201" y="204785"/>
            <a:ext cx="3008316" cy="87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2"/>
          </p:nvPr>
        </p:nvSpPr>
        <p:spPr>
          <a:xfrm>
            <a:off x="457198" y="1076326"/>
            <a:ext cx="3008318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>
  <p:cSld name="Рисунок с подписью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3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3" cy="3086101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3" cy="60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3200" b="1"/>
            </a:pPr>
            <a:r>
              <a:t>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2000" b="0"/>
            </a:pPr>
            <a:r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Klass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algn="ctr">
              <a:defRPr sz="1700"/>
            </a:pPr>
            <a:r>
              <a:t>a</a:t>
            </a:r>
          </a:p>
          <a:p>
            <a:pPr algn="ctr">
              <a:defRPr sz="1700"/>
            </a:pPr>
            <a:r>
              <a:t>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 b="1"/>
            </a:pPr>
            <a:r>
              <a:t>STRIDE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Spoofing...</a:t>
            </a:r>
          </a:p>
        </p:txBody>
      </p:sp>
      <p:pic>
        <p:nvPicPr>
          <p:cNvPr id="4" name="Picture 3" descr="slide_55185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853" y="1197864"/>
            <a:ext cx="1278245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45152" y="3977639"/>
            <a:ext cx="4041648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/>
            </a:pPr>
            <a:r>
              <a:t>Рис. 1 - STRIDE 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</Words>
  <Application>Microsoft Office PowerPoint</Application>
  <PresentationFormat>Экран (16:9)</PresentationFormat>
  <Paragraphs>33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Calibri</vt:lpstr>
      <vt:lpstr>PT Sans</vt:lpstr>
      <vt:lpstr>Arial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Egor Devlicharov</cp:lastModifiedBy>
  <cp:revision>2</cp:revision>
  <dcterms:modified xsi:type="dcterms:W3CDTF">2026-05-19T08:01:29Z</dcterms:modified>
</cp:coreProperties>
</file>