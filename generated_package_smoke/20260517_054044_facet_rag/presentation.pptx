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Алгебраические свойства кольца вычетов \( \mathbb{Z}_n \)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Кольцо вычетов \( \mathbb{Z}_n \) (или \( \mathbb{Z}/n\mathbb{Z} \)) — фактор‑абелева группа целых чисел по модулю \( n </a:t>
            </a:r>
          </a:p>
          <a:p>
            <a:pPr>
              <a:defRPr sz="1800"/>
            </a:pPr>
            <a:r>
              <a:t>1. **Коммутативность и единица.** Для любых \(a,b\in\mathbb{Z}_n\) выполняются \(a+b=b+a\) и \(a\cdot b=b\cdot a\); \(1\</a:t>
            </a:r>
          </a:p>
          <a:p>
            <a:pPr>
              <a:defRPr sz="1800"/>
            </a:pPr>
            <a:r>
              <a:t>2. **Нулевые делители.** Нулевые делители появляются только при составном \(n\). Если \(n=pq\) (\(p,q&gt;1\)), то \([p]\neq</a:t>
            </a:r>
          </a:p>
          <a:p>
            <a:pPr>
              <a:defRPr sz="1800"/>
            </a:pPr>
            <a:r>
              <a:t>3. **Обратимость.** Элемент \([a]\) обратим ⇔ \(\gcd(a,n)=1\). Обратимые элементы образуют мультипликативную группу \(\m</a:t>
            </a:r>
          </a:p>
          <a:p>
            <a:pPr>
              <a:defRPr sz="1800"/>
            </a:pPr>
            <a:r>
              <a:t>4. **Принцип китайского остатка.** При \(n=n_1n_2\) и \(\gcd(n_1,n_2)=1\) существует изоморфизм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Вспомогательные алгоритмы RSA: генерация простых чисел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&lt;!-- CONCEPT_ORIGIN: concept="Вспомогательные алгоритмы RSA: генерация простых чисел"; pages=[15,16,17,19,45,46,48,49]; </a:t>
            </a:r>
          </a:p>
          <a:p>
            <a:pPr>
              <a:defRPr sz="1800"/>
            </a:pPr>
            <a:r>
              <a:t>Надёжная генерация больших простых чисел \(p\) и \(q\) — фундаментальный этап создания RSA‑ключей. Процесс состоит из не</a:t>
            </a:r>
          </a:p>
          <a:p>
            <a:pPr>
              <a:defRPr sz="1800"/>
            </a:pPr>
            <a:r>
              <a:t>1. **Выбор случайного кандидата.** Генерируется нечётное целое требуемой битовой длины с помощью криптографически стойко</a:t>
            </a:r>
          </a:p>
          <a:p>
            <a:pPr>
              <a:defRPr sz="1800"/>
            </a:pPr>
            <a:r>
              <a:t>2. **Тесты простоты.** Кандидат проверяется несколькими тестами:</a:t>
            </a:r>
          </a:p>
          <a:p>
            <a:pPr>
              <a:defRPr sz="1800"/>
            </a:pPr>
            <a:r>
              <a:t>*Тест Ферма* — быстрый предварительный фильтр;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Выбор открытого и закрытого ключей 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&lt;!-- CONCEPT_ORIGIN: concept="Выбор открытого и закрытого ключей RSA"; pages=[15,16,17,19,20,21,52]; book="Book mzi_linu</a:t>
            </a:r>
          </a:p>
          <a:p>
            <a:pPr>
              <a:defRPr sz="1800"/>
            </a:pPr>
            <a:r>
              <a:t>После получения простых чисел \(p\) и \(q\) вычисляются:</a:t>
            </a:r>
          </a:p>
          <a:p>
            <a:pPr>
              <a:defRPr sz="1800"/>
            </a:pPr>
            <a:r>
              <a:t>модуль \(n = p\cdot q\);</a:t>
            </a:r>
          </a:p>
          <a:p>
            <a:pPr>
              <a:defRPr sz="1800"/>
            </a:pPr>
            <a:r>
              <a:t>функция Эйлера \(\varphi(n) = (p-1)(q-1)\).</a:t>
            </a:r>
          </a:p>
          <a:p>
            <a:pPr>
              <a:defRPr sz="1800"/>
            </a:pPr>
            <a:r>
              <a:t>Открытая экспонента \(e\) обычно фиксируется как \(65537\) — небольшое нечётное число, удобное для вычислений и совмести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алгебраические свойства кольца вычетов z_n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&lt;!-- CONCEPT_ORIGIN: concept="алгебраические свойства кольца вычетов z_n"; pages=[15,16,17,18,21]; book="Book mzi_linux_</a:t>
            </a:r>
          </a:p>
          <a:p>
            <a:pPr>
              <a:defRPr sz="1800"/>
            </a:pPr>
            <a:r>
              <a:t>Глава 1. Системы шифрования с открытым ключом 16 2. Системы шифрования с открытым ключом. Метод RSA. 2.1. Особенности систем с открытым ключом Шифрование – это процедура преобразования произвольного электронного файла (текстовой строки) в нечитаемую последовательность символов дл</a:t>
            </a:r>
          </a:p>
          <a:p>
            <a:pPr>
              <a:defRPr sz="1800"/>
            </a:pPr>
            <a:r>
              <a:t>фрования с открытым ключом. Это означает, что для шифрования и расшифрования используются совершенно разные ключи. Ключ шифрования, используемый для преобразования исходного текста в шифротекст, разрешается передавать любому пользователю системы, не задумываясь о безопасности, по</a:t>
            </a:r>
          </a:p>
          <a:p>
            <a:pPr>
              <a:defRPr sz="1800"/>
            </a:pPr>
            <a:r>
              <a:t>Глава 1. Системы шифрования с открытым ключом 17 модулю p, записывается, a ≡ b( mod p), если p|(a − b) (разность a − b делится на p без остатка). Отношение сравнения по модулю натурального числа обладает следующими свойствами: 1. Рефлексивность: a ≡ a( mod p). 2. Симметричность:</a:t>
            </a:r>
          </a:p>
          <a:p>
            <a:pPr>
              <a:defRPr sz="1800"/>
            </a:pPr>
            <a:r>
              <a:t>кие операции сложения, вычитания, умножения и возведения в степень, а если число n простое или является некоторой степенью простого числа, то и деление. Будем обозначать множество вычетов по модулю n через Z . n Отметим, что для любых a и b выполняется формула a + b = a + b (то 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вспомогательные алгоритмы rsa: генерация простых чисел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&lt;!-- CONCEPT_ORIGIN: concept="вспомогательные алгоритмы rsa: генерация простых чисел"; pages=[15,16,17,19,45,46,48,49]; </a:t>
            </a:r>
          </a:p>
          <a:p>
            <a:pPr>
              <a:defRPr sz="1800"/>
            </a:pPr>
            <a:r>
              <a:t>Глава 1. Системы шифрования с открытым ключом 16 2. Системы шифрования с открытым ключом. Метод RSA. 2.1. Особенности систем с открытым ключом Шифрование – это процедура преобразования произвольного электронного файла (текстовой строки) в нечитаемую последовательность символов дл</a:t>
            </a:r>
          </a:p>
          <a:p>
            <a:pPr>
              <a:defRPr sz="1800"/>
            </a:pPr>
            <a:r>
              <a:t>фрования с открытым ключом. Это означает, что для шифрования и расшифрования используются совершенно разные ключи. Ключ шифрования, используемый для преобразования исходного текста в шифротекст, разрешается передавать любому пользователю системы, не задумываясь о безопасности, по</a:t>
            </a:r>
          </a:p>
          <a:p>
            <a:pPr>
              <a:defRPr sz="1800"/>
            </a:pPr>
            <a:r>
              <a:t>Глава 1. Системы шифрования с открытым ключом 17 модулю p, записывается, a ≡ b( mod p), если p|(a − b) (разность a − b делится на p без остатка). Отношение сравнения по модулю натурального числа обладает следующими свойствами: 1. Рефлексивность: a ≡ a( mod p). 2. Симметричность:</a:t>
            </a:r>
          </a:p>
          <a:p>
            <a:pPr>
              <a:defRPr sz="1800"/>
            </a:pPr>
            <a:r>
              <a:t>кие операции сложения, вычитания, умножения и возведения в степень, а если число n простое или является некоторой степенью простого числа, то и деление. Будем обозначать множество вычетов по модулю n через Z . n Отметим, что для любых a и b выполняется формула a + b = a + b (то 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выбор открытого и закрытого ключей 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&lt;!-- CONCEPT_ORIGIN: concept="выбор открытого и закрытого ключей rsa"; pages=[15,16,17,19,20,21,52]; book="Book mzi_linu</a:t>
            </a:r>
          </a:p>
          <a:p>
            <a:pPr>
              <a:defRPr sz="1800"/>
            </a:pPr>
            <a:r>
              <a:t>Глава 1. Системы шифрования с открытым ключом 16 2. Системы шифрования с открытым ключом. Метод RSA. 2.1. Особенности систем с открытым ключом Шифрование – это процедура преобразования произвольного электронного файла (текстовой строки) в нечитаемую последовательность символов дл</a:t>
            </a:r>
          </a:p>
          <a:p>
            <a:pPr>
              <a:defRPr sz="1800"/>
            </a:pPr>
            <a:r>
              <a:t>фрования с открытым ключом. Это означает, что для шифрования и расшифрования используются совершенно разные ключи. Ключ шифрования, используемый для преобразования исходного текста в шифротекст, разрешается передавать любому пользователю системы, не задумываясь о безопасности, по</a:t>
            </a:r>
          </a:p>
          <a:p>
            <a:pPr>
              <a:defRPr sz="1800"/>
            </a:pPr>
            <a:r>
              <a:t>Глава 1. Системы шифрования с открытым ключом 17 модулю p, записывается, a ≡ b( mod p), если p|(a − b) (разность a − b делится на p без остатка). Отношение сравнения по модулю натурального числа обладает следующими свойствами: 1. Рефлексивность: a ≡ a( mod p). 2. Симметричность:</a:t>
            </a:r>
          </a:p>
          <a:p>
            <a:pPr>
              <a:defRPr sz="1800"/>
            </a:pPr>
            <a:r>
              <a:t>кие операции сложения, вычитания, умножения и возведения в степень, а если число n простое или является некоторой степенью простого числа, то и деление. Будем обозначать множество вычетов по модулю n через Z . n Отметим, что для любых a и b выполняется формула a + b = a + b (то 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