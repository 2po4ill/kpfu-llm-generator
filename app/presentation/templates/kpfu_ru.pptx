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PT Sans" panose="020B0503020203020204" pitchFamily="34" charset="-52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gEAT52s/ekzjXPbZwD1+EDJoH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2E5F02-FF48-4402-B1A9-D084D85FFBCF}">
  <a:tblStyle styleId="{EB2E5F02-FF48-4402-B1A9-D084D85FFBC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FD7E7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E8ECF4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c2c22d27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22c2c22d275_1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body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722312" y="2180033"/>
            <a:ext cx="7772401" cy="112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457200" y="1151333"/>
            <a:ext cx="4040188" cy="4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2"/>
          </p:nvPr>
        </p:nvSpPr>
        <p:spPr>
          <a:xfrm>
            <a:off x="4645026" y="1151333"/>
            <a:ext cx="4041778" cy="4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title"/>
          </p:nvPr>
        </p:nvSpPr>
        <p:spPr>
          <a:xfrm>
            <a:off x="457201" y="204785"/>
            <a:ext cx="3008316" cy="87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2"/>
          </p:nvPr>
        </p:nvSpPr>
        <p:spPr>
          <a:xfrm>
            <a:off x="457198" y="1076326"/>
            <a:ext cx="3008318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>
  <p:cSld name="Рисунок с подписью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3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3" cy="3086101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3" cy="60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/>
        </p:nvSpPr>
        <p:spPr>
          <a:xfrm>
            <a:off x="1950486" y="2970619"/>
            <a:ext cx="5243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T Sans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Номер (12)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838199" y="1629272"/>
            <a:ext cx="7467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T Sans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Заголовок (0)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T Sans"/>
              <a:buNone/>
            </a:pPr>
            <a:r>
              <a:rPr lang="ru-RU" sz="16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Подзаголовок (1)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" descr="02.logotip.3.stroki.cvetnoj_russkij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6519" y="502033"/>
            <a:ext cx="4750962" cy="590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09600" y="508000"/>
            <a:ext cx="7253379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T Sans"/>
              <a:buNone/>
            </a:pPr>
            <a:r>
              <a:rPr lang="ru-RU" sz="22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Заголовок (0)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603430" y="1270000"/>
            <a:ext cx="7937100" cy="41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T Sans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Текст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буллетс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(1)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8305408" y="4649458"/>
            <a:ext cx="3063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PT Sans"/>
              <a:buNone/>
            </a:pPr>
            <a:r>
              <a:rPr lang="ru-RU" sz="800" b="0" i="0" u="none" strike="noStrike" cap="none" dirty="0">
                <a:solidFill>
                  <a:srgbClr val="808080"/>
                </a:solidFill>
                <a:latin typeface="PT Sans"/>
                <a:ea typeface="PT Sans"/>
                <a:cs typeface="PT Sans"/>
                <a:sym typeface="PT Sans"/>
              </a:rPr>
              <a:t>Номер (12)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3" descr="02.logotip.3.stroki.cvetnoj_russkij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9042" y="236217"/>
            <a:ext cx="1928014" cy="2395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3"/>
          <p:cNvCxnSpPr/>
          <p:nvPr/>
        </p:nvCxnSpPr>
        <p:spPr>
          <a:xfrm>
            <a:off x="627000" y="4544504"/>
            <a:ext cx="789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2c2c22d275_1_5"/>
          <p:cNvSpPr txBox="1"/>
          <p:nvPr/>
        </p:nvSpPr>
        <p:spPr>
          <a:xfrm>
            <a:off x="609600" y="508000"/>
            <a:ext cx="72534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SzPts val="2200"/>
            </a:pPr>
            <a:r>
              <a:rPr lang="ru-RU" dirty="0"/>
              <a:t>заголовок (0)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22c2c22d275_1_5"/>
          <p:cNvSpPr txBox="1"/>
          <p:nvPr/>
        </p:nvSpPr>
        <p:spPr>
          <a:xfrm>
            <a:off x="8305408" y="4649458"/>
            <a:ext cx="3063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PT Sans"/>
              <a:buNone/>
            </a:pPr>
            <a:r>
              <a:rPr lang="ru-RU" sz="800">
                <a:solidFill>
                  <a:srgbClr val="808080"/>
                </a:solidFill>
                <a:latin typeface="PT Sans"/>
                <a:sym typeface="PT Sans"/>
              </a:rPr>
              <a:t>Номер(12)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g22c2c22d275_1_5" descr="02.logotip.3.stroki.cvetnoj_russkij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9042" y="236217"/>
            <a:ext cx="1928013" cy="2395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" name="Google Shape;73;g22c2c22d275_1_5"/>
          <p:cNvGraphicFramePr/>
          <p:nvPr>
            <p:extLst>
              <p:ext uri="{D42A27DB-BD31-4B8C-83A1-F6EECF244321}">
                <p14:modId xmlns:p14="http://schemas.microsoft.com/office/powerpoint/2010/main" val="1418686922"/>
              </p:ext>
            </p:extLst>
          </p:nvPr>
        </p:nvGraphicFramePr>
        <p:xfrm>
          <a:off x="4400103" y="971006"/>
          <a:ext cx="3938825" cy="2959125"/>
        </p:xfrm>
        <a:graphic>
          <a:graphicData uri="http://schemas.openxmlformats.org/drawingml/2006/table">
            <a:tbl>
              <a:tblPr bandRow="1">
                <a:noFill/>
                <a:tableStyleId>{EB2E5F02-FF48-4402-B1A9-D084D85FFBCF}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49F"/>
                        </a:buClr>
                        <a:buSzPts val="1200"/>
                        <a:buFont typeface="PT Sans"/>
                        <a:buNone/>
                      </a:pPr>
                      <a:endParaRPr sz="1200" b="1" u="none" strike="noStrike" cap="none">
                        <a:solidFill>
                          <a:srgbClr val="00549F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1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2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3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4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ABVGD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EYOZHZ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IIKLMN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OPRST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+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T Sans"/>
                        <a:buNone/>
                      </a:pPr>
                      <a:r>
                        <a:rPr lang="en-US" sz="12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1400" u="none" strike="noStrike" cap="none"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4" name="Google Shape;74;g22c2c22d275_1_5"/>
          <p:cNvSpPr txBox="1"/>
          <p:nvPr/>
        </p:nvSpPr>
        <p:spPr>
          <a:xfrm>
            <a:off x="604223" y="1102165"/>
            <a:ext cx="3000000" cy="52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30000"/>
              </a:lnSpc>
              <a:spcBef>
                <a:spcPts val="500"/>
              </a:spcBef>
              <a:buSzPts val="1600"/>
            </a:pPr>
            <a:r>
              <a:rPr lang="ru-RU" dirty="0"/>
              <a:t>текст (1)</a:t>
            </a:r>
            <a:endParaRPr sz="1600" b="0" i="0" u="none" strike="noStrike" cap="none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</Words>
  <Application>Microsoft Office PowerPoint</Application>
  <PresentationFormat>Экран (16:9)</PresentationFormat>
  <Paragraphs>33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Calibri</vt:lpstr>
      <vt:lpstr>PT Sans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Egor Devlicharov</cp:lastModifiedBy>
  <cp:revision>2</cp:revision>
  <dcterms:modified xsi:type="dcterms:W3CDTF">2026-05-19T08:01:29Z</dcterms:modified>
</cp:coreProperties>
</file>