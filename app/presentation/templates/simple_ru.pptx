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ns1="http://schemas.openxmlformats.org/drawingml/2006/main" xmlns:ns2="http://schemas.microsoft.com/office/powerpoint/2010/main" xmlns:p="http://schemas.openxmlformats.org/presentationml/2006/main" type="title" preserve="1">
  <p:cSld name="Титульный">
    <p:spTree>
      <p:nvGrpSpPr>
        <p:cNvPr id="1" name=""/>
        <p:cNvGrpSpPr/>
        <p:nvPr/>
      </p:nvGrpSpPr>
      <p:grpSpPr>
        <ns1:xfrm>
          <ns1:off x="0" y="0"/>
          <ns1:ext cx="0" cy="0"/>
          <ns1:chOff x="0" y="0"/>
          <ns1:chExt cx="0" cy="0"/>
        </ns1:xfrm>
      </p:grpSpPr>
      <p:sp>
        <p:nvSpPr>
          <p:cNvPr id="2" name="Title 1"/>
          <p:cNvSpPr>
            <ns1:spLocks noGrp="1"/>
          </p:cNvSpPr>
          <p:nvPr>
            <p:ph type="ctrTitle"/>
          </p:nvPr>
        </p:nvSpPr>
        <p:spPr>
          <ns1:xfrm>
            <ns1:off x="685800" y="2130425"/>
            <ns1:ext cx="7772400" cy="1470025"/>
          </ns1:xfrm>
        </p:spPr>
        <p:txBody>
          <ns1:bodyPr/>
          <ns1:lstStyle/>
          <ns1:p>
            <ns1:r>
              <ns1:rPr lang="en-US" smtClean="0"/>
              <ns1:t>Click to edit Master title style</ns1:t>
            </ns1:r>
            <ns1:endParaRPr lang="en-US"/>
          </ns1:p>
        </p:txBody>
      </p:sp>
      <p:sp>
        <p:nvSpPr>
          <p:cNvPr id="3" name="Subtitle 2"/>
          <p:cNvSpPr>
            <ns1:spLocks noGrp="1"/>
          </p:cNvSpPr>
          <p:nvPr>
            <p:ph type="subTitle" idx="1"/>
          </p:nvPr>
        </p:nvSpPr>
        <p:spPr>
          <ns1:xfrm>
            <ns1:off x="1371600" y="3886200"/>
            <ns1:ext cx="6400800" cy="1752600"/>
          </ns1:xfrm>
        </p:spPr>
        <p:txBody>
          <ns1:bodyPr/>
          <ns1:lstStyle>
            <ns1:lvl1pPr marL="0" indent="0" algn="ctr">
              <ns1:buNone/>
              <ns1:defRPr>
                <ns1:solidFill>
                  <ns1:schemeClr val="tx1">
                    <ns1:tint val="75000"/>
                  </ns1:schemeClr>
                </ns1:solidFill>
              </ns1:defRPr>
            </ns1:lvl1pPr>
            <ns1:lvl2pPr marL="457200" indent="0" algn="ctr">
              <ns1:buNone/>
              <ns1:defRPr>
                <ns1:solidFill>
                  <ns1:schemeClr val="tx1">
                    <ns1:tint val="75000"/>
                  </ns1:schemeClr>
                </ns1:solidFill>
              </ns1:defRPr>
            </ns1:lvl2pPr>
            <ns1:lvl3pPr marL="914400" indent="0" algn="ctr">
              <ns1:buNone/>
              <ns1:defRPr>
                <ns1:solidFill>
                  <ns1:schemeClr val="tx1">
                    <ns1:tint val="75000"/>
                  </ns1:schemeClr>
                </ns1:solidFill>
              </ns1:defRPr>
            </ns1:lvl3pPr>
            <ns1:lvl4pPr marL="1371600" indent="0" algn="ctr">
              <ns1:buNone/>
              <ns1:defRPr>
                <ns1:solidFill>
                  <ns1:schemeClr val="tx1">
                    <ns1:tint val="75000"/>
                  </ns1:schemeClr>
                </ns1:solidFill>
              </ns1:defRPr>
            </ns1:lvl4pPr>
            <ns1:lvl5pPr marL="1828800" indent="0" algn="ctr">
              <ns1:buNone/>
              <ns1:defRPr>
                <ns1:solidFill>
                  <ns1:schemeClr val="tx1">
                    <ns1:tint val="75000"/>
                  </ns1:schemeClr>
                </ns1:solidFill>
              </ns1:defRPr>
            </ns1:lvl5pPr>
            <ns1:lvl6pPr marL="2286000" indent="0" algn="ctr">
              <ns1:buNone/>
              <ns1:defRPr>
                <ns1:solidFill>
                  <ns1:schemeClr val="tx1">
                    <ns1:tint val="75000"/>
                  </ns1:schemeClr>
                </ns1:solidFill>
              </ns1:defRPr>
            </ns1:lvl6pPr>
            <ns1:lvl7pPr marL="2743200" indent="0" algn="ctr">
              <ns1:buNone/>
              <ns1:defRPr>
                <ns1:solidFill>
                  <ns1:schemeClr val="tx1">
                    <ns1:tint val="75000"/>
                  </ns1:schemeClr>
                </ns1:solidFill>
              </ns1:defRPr>
            </ns1:lvl7pPr>
            <ns1:lvl8pPr marL="3200400" indent="0" algn="ctr">
              <ns1:buNone/>
              <ns1:defRPr>
                <ns1:solidFill>
                  <ns1:schemeClr val="tx1">
                    <ns1:tint val="75000"/>
                  </ns1:schemeClr>
                </ns1:solidFill>
              </ns1:defRPr>
            </ns1:lvl8pPr>
            <ns1:lvl9pPr marL="3657600" indent="0" algn="ctr">
              <ns1:buNone/>
              <ns1:defRPr>
                <ns1:solidFill>
                  <ns1:schemeClr val="tx1">
                    <ns1:tint val="75000"/>
                  </ns1:schemeClr>
                </ns1:solidFill>
              </ns1:defRPr>
            </ns1:lvl9pPr>
          </ns1:lstStyle>
          <ns1:p>
            <ns1:r>
              <ns1:rPr lang="en-US" smtClean="0"/>
              <ns1:t>Click to edit Master subtitle style</ns1:t>
            </ns1:r>
            <ns1:endParaRPr lang="en-US"/>
          </ns1:p>
        </p:txBody>
      </p:sp>
      <p:sp>
        <p:nvSpPr>
          <p:cNvPr id="4" name="Date Placeholder 3"/>
          <p:cNvSpPr>
            <ns1:spLocks noGrp="1"/>
          </p:cNvSpPr>
          <p:nvPr>
            <p:ph type="dt" sz="half" idx="10"/>
          </p:nvPr>
        </p:nvSpPr>
        <p:spPr/>
        <p:txBody>
          <ns1:bodyPr/>
          <ns1:lstStyle/>
          <ns1:p>
            <ns1:fld id="{5BCAD085-E8A6-8845-BD4E-CB4CCA059FC4}" type="datetimeFigureOut">
              <ns1:rPr lang="en-US" smtClean="0"/>
              <ns1:t>1/27/13</ns1:t>
            </ns1:fld>
            <ns1:endParaRPr lang="en-US"/>
          </ns1:p>
        </p:txBody>
      </p:sp>
      <p:sp>
        <p:nvSpPr>
          <p:cNvPr id="5" name="Footer Placeholder 4"/>
          <p:cNvSpPr>
            <ns1:spLocks noGrp="1"/>
          </p:cNvSpPr>
          <p:nvPr>
            <p:ph type="ftr" sz="quarter" idx="11"/>
          </p:nvPr>
        </p:nvSpPr>
        <p:spPr/>
        <p:txBody>
          <ns1:bodyPr/>
          <ns1:lstStyle/>
          <ns1:p>
            <ns1:endParaRPr lang="en-US"/>
          </ns1:p>
        </p:txBody>
      </p:sp>
      <p:sp>
        <p:nvSpPr>
          <p:cNvPr id="6" name="Slide Number Placeholder 5"/>
          <p:cNvSpPr>
            <ns1:spLocks noGrp="1"/>
          </p:cNvSpPr>
          <p:nvPr>
            <p:ph type="sldNum" sz="quarter" idx="12"/>
          </p:nvPr>
        </p:nvSpPr>
        <p:spPr/>
        <p:txBody>
          <ns1:bodyPr/>
          <ns1:lstStyle/>
          <ns1:p>
            <ns1:fld id="{C1FF6DA9-008F-8B48-92A6-B652298478BF}" type="slidenum">
              <ns1:rPr lang="en-US" smtClean="0"/>
              <ns1:t>‹#›</ns1:t>
            </ns1:fld>
            <ns1:endParaRPr lang="en-US"/>
          </ns1:p>
        </p:txBody>
      </p:sp>
    </p:spTree>
    <p:extLst>
      <p:ext uri="{BB962C8B-B14F-4D97-AF65-F5344CB8AC3E}">
        <ns2:creationId val="3168075583"/>
      </p:ext>
    </p:extLst>
  </p:cSld>
  <p:clrMapOvr>
    <ns1:masterClrMapping/>
  </p:clrMapOvr>
</p:sldLayout>
</file>

<file path=ppt/slideLayouts/slideLayout2.xml><?xml version="1.0" encoding="utf-8"?>
<p:sldLayout xmlns:ns1="http://schemas.openxmlformats.org/drawingml/2006/main" xmlns:ns2="http://schemas.microsoft.com/office/powerpoint/2010/main" xmlns:p="http://schemas.openxmlformats.org/presentationml/2006/main" type="obj" preserve="1">
  <p:cSld name="Только текст">
    <p:spTree>
      <p:nvGrpSpPr>
        <p:cNvPr id="1" name=""/>
        <p:cNvGrpSpPr/>
        <p:nvPr/>
      </p:nvGrpSpPr>
      <p:grpSpPr>
        <ns1:xfrm>
          <ns1:off x="0" y="0"/>
          <ns1:ext cx="0" cy="0"/>
          <ns1:chOff x="0" y="0"/>
          <ns1:chExt cx="0" cy="0"/>
        </ns1:xfrm>
      </p:grpSpPr>
      <p:sp>
        <p:nvSpPr>
          <p:cNvPr id="2" name="Title 1"/>
          <p:cNvSpPr>
            <ns1:spLocks noGrp="1"/>
          </p:cNvSpPr>
          <p:nvPr>
            <p:ph type="title"/>
          </p:nvPr>
        </p:nvSpPr>
        <p:spPr/>
        <p:txBody>
          <ns1:bodyPr/>
          <ns1:lstStyle/>
          <ns1:p>
            <ns1:r>
              <ns1:rPr lang="en-US" smtClean="0"/>
              <ns1:t>Click to edit Master title style</ns1:t>
            </ns1:r>
            <ns1:endParaRPr lang="en-US"/>
          </ns1:p>
        </p:txBody>
      </p:sp>
      <p:sp>
        <p:nvSpPr>
          <p:cNvPr id="3" name="Content Placeholder 2"/>
          <p:cNvSpPr>
            <ns1:spLocks noGrp="1"/>
          </p:cNvSpPr>
          <p:nvPr>
            <p:ph idx="1"/>
          </p:nvPr>
        </p:nvSpPr>
        <p:spPr/>
        <p:txBody>
          <ns1:bodyPr/>
          <ns1:lstStyle/>
          <ns1:p>
            <ns1:pPr lvl="0"/>
            <ns1:r>
              <ns1:rPr lang="en-US" smtClean="0"/>
              <ns1:t>Click to edit Master text styles</ns1:t>
            </ns1:r>
          </ns1:p>
          <ns1:p>
            <ns1:pPr lvl="1"/>
            <ns1:r>
              <ns1:rPr lang="en-US" smtClean="0"/>
              <ns1:t>Second level</ns1:t>
            </ns1:r>
          </ns1:p>
          <ns1:p>
            <ns1:pPr lvl="2"/>
            <ns1:r>
              <ns1:rPr lang="en-US" smtClean="0"/>
              <ns1:t>Third level</ns1:t>
            </ns1:r>
          </ns1:p>
          <ns1:p>
            <ns1:pPr lvl="3"/>
            <ns1:r>
              <ns1:rPr lang="en-US" smtClean="0"/>
              <ns1:t>Fourth level</ns1:t>
            </ns1:r>
          </ns1:p>
          <ns1:p>
            <ns1:pPr lvl="4"/>
            <ns1:r>
              <ns1:rPr lang="en-US" smtClean="0"/>
              <ns1:t>Fifth level</ns1:t>
            </ns1:r>
            <ns1:endParaRPr lang="en-US"/>
          </ns1:p>
        </p:txBody>
      </p:sp>
      <p:sp>
        <p:nvSpPr>
          <p:cNvPr id="4" name="Date Placeholder 3"/>
          <p:cNvSpPr>
            <ns1:spLocks noGrp="1"/>
          </p:cNvSpPr>
          <p:nvPr>
            <p:ph type="dt" sz="half" idx="10"/>
          </p:nvPr>
        </p:nvSpPr>
        <p:spPr/>
        <p:txBody>
          <ns1:bodyPr/>
          <ns1:lstStyle/>
          <ns1:p>
            <ns1:fld id="{5BCAD085-E8A6-8845-BD4E-CB4CCA059FC4}" type="datetimeFigureOut">
              <ns1:rPr lang="en-US" smtClean="0"/>
              <ns1:t>1/27/13</ns1:t>
            </ns1:fld>
            <ns1:endParaRPr lang="en-US"/>
          </ns1:p>
        </p:txBody>
      </p:sp>
      <p:sp>
        <p:nvSpPr>
          <p:cNvPr id="5" name="Footer Placeholder 4"/>
          <p:cNvSpPr>
            <ns1:spLocks noGrp="1"/>
          </p:cNvSpPr>
          <p:nvPr>
            <p:ph type="ftr" sz="quarter" idx="11"/>
          </p:nvPr>
        </p:nvSpPr>
        <p:spPr/>
        <p:txBody>
          <ns1:bodyPr/>
          <ns1:lstStyle/>
          <ns1:p>
            <ns1:endParaRPr lang="en-US"/>
          </ns1:p>
        </p:txBody>
      </p:sp>
      <p:sp>
        <p:nvSpPr>
          <p:cNvPr id="6" name="Slide Number Placeholder 5"/>
          <p:cNvSpPr>
            <ns1:spLocks noGrp="1"/>
          </p:cNvSpPr>
          <p:nvPr>
            <p:ph type="sldNum" sz="quarter" idx="12"/>
          </p:nvPr>
        </p:nvSpPr>
        <p:spPr/>
        <p:txBody>
          <ns1:bodyPr/>
          <ns1:lstStyle/>
          <ns1:p>
            <ns1:fld id="{C1FF6DA9-008F-8B48-92A6-B652298478BF}" type="slidenum">
              <ns1:rPr lang="en-US" smtClean="0"/>
              <ns1:t>‹#›</ns1:t>
            </ns1:fld>
            <ns1:endParaRPr lang="en-US"/>
          </ns1:p>
        </p:txBody>
      </p:sp>
    </p:spTree>
    <p:extLst>
      <p:ext uri="{BB962C8B-B14F-4D97-AF65-F5344CB8AC3E}">
        <ns2:creationId val="2614314258"/>
      </p:ext>
    </p:extLst>
  </p:cSld>
  <p:clrMapOvr>
    <ns1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ns1="http://schemas.openxmlformats.org/drawingml/2006/main" xmlns:ns2="http://schemas.microsoft.com/office/powerpoint/2010/main" xmlns:p="http://schemas.openxmlformats.org/presentationml/2006/main" type="picTx" preserve="1">
  <p:cSld name="Текст с изображением">
    <p:spTree>
      <p:nvGrpSpPr>
        <p:cNvPr id="1" name=""/>
        <p:cNvGrpSpPr/>
        <p:nvPr/>
      </p:nvGrpSpPr>
      <p:grpSpPr>
        <ns1:xfrm>
          <ns1:off x="0" y="0"/>
          <ns1:ext cx="0" cy="0"/>
          <ns1:chOff x="0" y="0"/>
          <ns1:chExt cx="0" cy="0"/>
        </ns1:xfrm>
      </p:grpSpPr>
      <p:sp>
        <p:nvSpPr>
          <p:cNvPr id="2" name="Title 1"/>
          <p:cNvSpPr>
            <ns1:spLocks noGrp="1"/>
          </p:cNvSpPr>
          <p:nvPr>
            <p:ph type="title"/>
          </p:nvPr>
        </p:nvSpPr>
        <p:spPr>
          <ns1:xfrm>
            <ns1:off x="1792288" y="4800600"/>
            <ns1:ext cx="5486400" cy="566738"/>
          </ns1:xfrm>
        </p:spPr>
        <p:txBody>
          <ns1:bodyPr anchor="b"/>
          <ns1:lstStyle>
            <ns1:lvl1pPr algn="l">
              <ns1:defRPr sz="2000" b="1"/>
            </ns1:lvl1pPr>
          </ns1:lstStyle>
          <ns1:p>
            <ns1:r>
              <ns1:rPr lang="en-US" smtClean="0"/>
              <ns1:t>Click to edit Master title style</ns1:t>
            </ns1:r>
            <ns1:endParaRPr lang="en-US"/>
          </ns1:p>
        </p:txBody>
      </p:sp>
      <p:sp>
        <p:nvSpPr>
          <p:cNvPr id="3" name="Picture Placeholder 2"/>
          <p:cNvSpPr>
            <ns1:spLocks noGrp="1"/>
          </p:cNvSpPr>
          <p:nvPr>
            <p:ph type="pic" idx="1"/>
          </p:nvPr>
        </p:nvSpPr>
        <p:spPr>
          <ns1:xfrm>
            <ns1:off x="1792288" y="612775"/>
            <ns1:ext cx="5486400" cy="4114800"/>
          </ns1:xfrm>
        </p:spPr>
        <p:txBody>
          <ns1:bodyPr/>
          <ns1:lstStyle>
            <ns1:lvl1pPr marL="0" indent="0">
              <ns1:buNone/>
              <ns1:defRPr sz="3200"/>
            </ns1:lvl1pPr>
            <ns1:lvl2pPr marL="457200" indent="0">
              <ns1:buNone/>
              <ns1:defRPr sz="2800"/>
            </ns1:lvl2pPr>
            <ns1:lvl3pPr marL="914400" indent="0">
              <ns1:buNone/>
              <ns1:defRPr sz="2400"/>
            </ns1:lvl3pPr>
            <ns1:lvl4pPr marL="1371600" indent="0">
              <ns1:buNone/>
              <ns1:defRPr sz="2000"/>
            </ns1:lvl4pPr>
            <ns1:lvl5pPr marL="1828800" indent="0">
              <ns1:buNone/>
              <ns1:defRPr sz="2000"/>
            </ns1:lvl5pPr>
            <ns1:lvl6pPr marL="2286000" indent="0">
              <ns1:buNone/>
              <ns1:defRPr sz="2000"/>
            </ns1:lvl6pPr>
            <ns1:lvl7pPr marL="2743200" indent="0">
              <ns1:buNone/>
              <ns1:defRPr sz="2000"/>
            </ns1:lvl7pPr>
            <ns1:lvl8pPr marL="3200400" indent="0">
              <ns1:buNone/>
              <ns1:defRPr sz="2000"/>
            </ns1:lvl8pPr>
            <ns1:lvl9pPr marL="3657600" indent="0">
              <ns1:buNone/>
              <ns1:defRPr sz="2000"/>
            </ns1:lvl9pPr>
          </ns1:lstStyle>
          <ns1:p>
            <ns1:endParaRPr lang="en-US"/>
          </ns1:p>
        </p:txBody>
      </p:sp>
      <p:sp>
        <p:nvSpPr>
          <p:cNvPr id="4" name="Text Placeholder 3"/>
          <p:cNvSpPr>
            <ns1:spLocks noGrp="1"/>
          </p:cNvSpPr>
          <p:nvPr>
            <p:ph type="body" sz="half" idx="2"/>
          </p:nvPr>
        </p:nvSpPr>
        <p:spPr>
          <ns1:xfrm>
            <ns1:off x="1792288" y="5367338"/>
            <ns1:ext cx="5486400" cy="804862"/>
          </ns1:xfrm>
        </p:spPr>
        <p:txBody>
          <ns1:bodyPr/>
          <ns1:lstStyle>
            <ns1:lvl1pPr marL="0" indent="0">
              <ns1:buNone/>
              <ns1:defRPr sz="1400"/>
            </ns1:lvl1pPr>
            <ns1:lvl2pPr marL="457200" indent="0">
              <ns1:buNone/>
              <ns1:defRPr sz="1200"/>
            </ns1:lvl2pPr>
            <ns1:lvl3pPr marL="914400" indent="0">
              <ns1:buNone/>
              <ns1:defRPr sz="1000"/>
            </ns1:lvl3pPr>
            <ns1:lvl4pPr marL="1371600" indent="0">
              <ns1:buNone/>
              <ns1:defRPr sz="900"/>
            </ns1:lvl4pPr>
            <ns1:lvl5pPr marL="1828800" indent="0">
              <ns1:buNone/>
              <ns1:defRPr sz="900"/>
            </ns1:lvl5pPr>
            <ns1:lvl6pPr marL="2286000" indent="0">
              <ns1:buNone/>
              <ns1:defRPr sz="900"/>
            </ns1:lvl6pPr>
            <ns1:lvl7pPr marL="2743200" indent="0">
              <ns1:buNone/>
              <ns1:defRPr sz="900"/>
            </ns1:lvl7pPr>
            <ns1:lvl8pPr marL="3200400" indent="0">
              <ns1:buNone/>
              <ns1:defRPr sz="900"/>
            </ns1:lvl8pPr>
            <ns1:lvl9pPr marL="3657600" indent="0">
              <ns1:buNone/>
              <ns1:defRPr sz="900"/>
            </ns1:lvl9pPr>
          </ns1:lstStyle>
          <ns1:p>
            <ns1:pPr lvl="0"/>
            <ns1:r>
              <ns1:rPr lang="en-US" smtClean="0"/>
              <ns1:t>Click to edit Master text styles</ns1:t>
            </ns1:r>
          </ns1:p>
        </p:txBody>
      </p:sp>
      <p:sp>
        <p:nvSpPr>
          <p:cNvPr id="5" name="Date Placeholder 4"/>
          <p:cNvSpPr>
            <ns1:spLocks noGrp="1"/>
          </p:cNvSpPr>
          <p:nvPr>
            <p:ph type="dt" sz="half" idx="10"/>
          </p:nvPr>
        </p:nvSpPr>
        <p:spPr/>
        <p:txBody>
          <ns1:bodyPr/>
          <ns1:lstStyle/>
          <ns1:p>
            <ns1:fld id="{5BCAD085-E8A6-8845-BD4E-CB4CCA059FC4}" type="datetimeFigureOut">
              <ns1:rPr lang="en-US" smtClean="0"/>
              <ns1:t>1/27/13</ns1:t>
            </ns1:fld>
            <ns1:endParaRPr lang="en-US"/>
          </ns1:p>
        </p:txBody>
      </p:sp>
      <p:sp>
        <p:nvSpPr>
          <p:cNvPr id="6" name="Footer Placeholder 5"/>
          <p:cNvSpPr>
            <ns1:spLocks noGrp="1"/>
          </p:cNvSpPr>
          <p:nvPr>
            <p:ph type="ftr" sz="quarter" idx="11"/>
          </p:nvPr>
        </p:nvSpPr>
        <p:spPr/>
        <p:txBody>
          <ns1:bodyPr/>
          <ns1:lstStyle/>
          <ns1:p>
            <ns1:endParaRPr lang="en-US"/>
          </ns1:p>
        </p:txBody>
      </p:sp>
      <p:sp>
        <p:nvSpPr>
          <p:cNvPr id="7" name="Slide Number Placeholder 6"/>
          <p:cNvSpPr>
            <ns1:spLocks noGrp="1"/>
          </p:cNvSpPr>
          <p:nvPr>
            <p:ph type="sldNum" sz="quarter" idx="12"/>
          </p:nvPr>
        </p:nvSpPr>
        <p:spPr/>
        <p:txBody>
          <ns1:bodyPr/>
          <ns1:lstStyle/>
          <ns1:p>
            <ns1:fld id="{C1FF6DA9-008F-8B48-92A6-B652298478BF}" type="slidenum">
              <ns1:rPr lang="en-US" smtClean="0"/>
              <ns1:t>‹#›</ns1:t>
            </ns1:fld>
            <ns1:endParaRPr lang="en-US"/>
          </ns1:p>
        </p:txBody>
      </p:sp>
    </p:spTree>
    <p:extLst>
      <p:ext uri="{BB962C8B-B14F-4D97-AF65-F5344CB8AC3E}">
        <ns2:creationId val="3889236939"/>
      </p:ext>
    </p:extLst>
  </p:cSld>
  <p:clrMapOvr>
    <ns1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